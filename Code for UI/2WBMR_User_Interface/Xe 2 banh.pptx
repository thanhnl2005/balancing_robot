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CFEE-1CE7-BE76-088E-A00E9F097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B163-89CE-643F-04EC-17D7C3F40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737BF-208F-1655-1246-DFB759B6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F5C5A-763B-4EDD-AEF5-0BFE2942423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68335-8B73-2A7E-0B37-E558A58D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81AD6-E913-0B92-706B-E77632F46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134A8-57E6-4CD2-B84E-7315AA655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6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E5B7-D789-E655-B82B-3508CC29A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32B73-C4EB-4682-9A9E-9EB5AE10D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D7223-C973-9485-4DA3-B65B328A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F5C5A-763B-4EDD-AEF5-0BFE2942423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2FC52-E0EF-89DB-3200-A6425845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33A00-2AC6-191C-644B-A5893EE6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134A8-57E6-4CD2-B84E-7315AA655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9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6E9B-4E84-7BCD-E77E-294B82C7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4E306-2DFC-5576-604D-129E4BB6E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5F809-1919-F60E-F38E-EA1869A32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F5C5A-763B-4EDD-AEF5-0BFE2942423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09B81-8B5E-8C9B-C5F8-4ECD3C97F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BD738-09BE-8D16-FD43-FF3B6E8B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134A8-57E6-4CD2-B84E-7315AA655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59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78CC-AF00-2A28-51B6-927F1B833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3E52-173A-A82C-E186-72FCCB352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25326-46CF-2923-FED2-5706F5ED6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13B35-E8D3-5D96-ED74-F60F0CD8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F5C5A-763B-4EDD-AEF5-0BFE2942423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1BBA2-E58A-BBA5-80C2-AEE4D89A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D4AA1-0FDF-DAA0-109F-ED3BCE50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134A8-57E6-4CD2-B84E-7315AA655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16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0952D-24DD-7837-DDC5-3B8D94772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D6868-09D0-C0A4-3072-25A8C8BC4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57DB9-B84F-C698-3C5E-8947A3EB8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2382B-5B2C-11F9-4ECA-CE2399757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BC21E-8D55-8580-41CD-F0303D4E8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FB97DA-EEF4-1CB2-475D-0A6DFED2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F5C5A-763B-4EDD-AEF5-0BFE2942423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790A9-08AA-7313-F044-96A23E1F3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55D9D-EA1F-19EA-FA90-73D89792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134A8-57E6-4CD2-B84E-7315AA655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1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3DC4-8133-7CFB-DBD3-20CA8A07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3D561-D842-E4F9-700D-811F5488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F5C5A-763B-4EDD-AEF5-0BFE2942423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7CCA51-C1BA-49A8-A58F-B22B8B362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142D4-270A-2F09-26EB-A15A7DE5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134A8-57E6-4CD2-B84E-7315AA655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0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4B1D0D-B455-45C9-F541-0E4A4AA6A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F5C5A-763B-4EDD-AEF5-0BFE2942423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067F0-912D-0FC8-D986-345E8546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233BD-0D0F-4140-4178-B14B0406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134A8-57E6-4CD2-B84E-7315AA655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2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BC7C2-4EFA-5476-AD12-2B57EB63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49F20-2F1B-F68D-DF37-F36A9E8D8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936B7-F041-2326-9958-BA8B9C667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05636-E83E-2A7A-9CAA-72AF65A0D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F5C5A-763B-4EDD-AEF5-0BFE2942423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D5A76-27F3-6454-9135-3495CE354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4A22A-2AF2-2FA8-D2FC-1B5D8AAF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134A8-57E6-4CD2-B84E-7315AA655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9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8CB3B-D5E7-EE2F-749B-7FC2F398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75D56-DF0E-D826-ED59-D2273F02C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65B21-26C8-C8A0-AF9E-DCEF2A020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4F7A8-D24A-9BD6-CD9D-636EAAAF6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F5C5A-763B-4EDD-AEF5-0BFE2942423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A3CDB-5681-F82F-AD14-0C250974E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49D1B-8279-7923-973C-6D98F425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134A8-57E6-4CD2-B84E-7315AA655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8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EACBF-2D01-E269-5D0E-3CF3A4DA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322CB-05DC-9847-9E04-99C27C674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6079-5F6E-BA9B-4E01-07E83ABD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F5C5A-763B-4EDD-AEF5-0BFE2942423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D89E9-571C-9ADD-02C0-F25151B0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C9153-6300-904F-F5FB-C316DF66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134A8-57E6-4CD2-B84E-7315AA655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5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4AFE06-6A39-6C67-BF53-58E60A4CC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EDEC9-1F03-3207-9928-8C22E78C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EE8E4-E0EE-AC04-9AAC-FB9689A89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F5C5A-763B-4EDD-AEF5-0BFE2942423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B9FBD-BAA4-EAC2-4B5A-8C3597366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0AD14-C20C-DC46-5A91-908C840BC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134A8-57E6-4CD2-B84E-7315AA655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38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3D3EE6-6A66-3BD3-C04B-554470A8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CD8AD-9E7F-838D-D5AB-869F1E45A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09A79-9874-486A-D877-D8DA3580F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F5C5A-763B-4EDD-AEF5-0BFE2942423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3A892-8CE0-738E-A775-EEE940578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31A7D-E04E-C391-51B1-298A4A725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134A8-57E6-4CD2-B84E-7315AA655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09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0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2F00E-064F-4BB7-9FA7-21524837D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0D4A6-80CF-7F54-F705-39DBC8C4E7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76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1F0C8E-7D15-E027-0D55-BE0AED121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681" y="1142681"/>
            <a:ext cx="4550548" cy="4572638"/>
          </a:xfrm>
          <a:prstGeom prst="rect">
            <a:avLst/>
          </a:prstGeom>
          <a:effectLst/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D84AFCA-D133-87A0-91A5-E47024F118BF}"/>
              </a:ext>
            </a:extLst>
          </p:cNvPr>
          <p:cNvCxnSpPr>
            <a:cxnSpLocks/>
          </p:cNvCxnSpPr>
          <p:nvPr/>
        </p:nvCxnSpPr>
        <p:spPr>
          <a:xfrm flipH="1">
            <a:off x="4342364" y="4132932"/>
            <a:ext cx="1726378" cy="11027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7DCCCD-5276-CFF2-DA85-98CBE9B01D98}"/>
              </a:ext>
            </a:extLst>
          </p:cNvPr>
          <p:cNvCxnSpPr>
            <a:cxnSpLocks/>
          </p:cNvCxnSpPr>
          <p:nvPr/>
        </p:nvCxnSpPr>
        <p:spPr>
          <a:xfrm flipH="1" flipV="1">
            <a:off x="3635775" y="2727757"/>
            <a:ext cx="638884" cy="36592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CA7B87-C1C5-AB67-0A38-AC26EBD57984}"/>
              </a:ext>
            </a:extLst>
          </p:cNvPr>
          <p:cNvCxnSpPr>
            <a:cxnSpLocks/>
          </p:cNvCxnSpPr>
          <p:nvPr/>
        </p:nvCxnSpPr>
        <p:spPr>
          <a:xfrm flipH="1" flipV="1">
            <a:off x="6049691" y="379897"/>
            <a:ext cx="8006" cy="377111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4326BC-BDD5-897D-05E3-C8673B901A5B}"/>
              </a:ext>
            </a:extLst>
          </p:cNvPr>
          <p:cNvCxnSpPr>
            <a:cxnSpLocks/>
          </p:cNvCxnSpPr>
          <p:nvPr/>
        </p:nvCxnSpPr>
        <p:spPr>
          <a:xfrm>
            <a:off x="5268580" y="821930"/>
            <a:ext cx="782570" cy="3320401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BDB0A62-9D15-3F84-829B-F7A3C6AAE435}"/>
              </a:ext>
            </a:extLst>
          </p:cNvPr>
          <p:cNvCxnSpPr>
            <a:cxnSpLocks/>
          </p:cNvCxnSpPr>
          <p:nvPr/>
        </p:nvCxnSpPr>
        <p:spPr>
          <a:xfrm flipH="1">
            <a:off x="5499011" y="1768492"/>
            <a:ext cx="1636" cy="2733658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E37F186-B972-19BB-7F85-521575BDD5D7}"/>
              </a:ext>
            </a:extLst>
          </p:cNvPr>
          <p:cNvCxnSpPr>
            <a:cxnSpLocks/>
          </p:cNvCxnSpPr>
          <p:nvPr/>
        </p:nvCxnSpPr>
        <p:spPr>
          <a:xfrm flipV="1">
            <a:off x="5499011" y="1452073"/>
            <a:ext cx="553777" cy="329565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rc 53">
            <a:extLst>
              <a:ext uri="{FF2B5EF4-FFF2-40B4-BE49-F238E27FC236}">
                <a16:creationId xmlns:a16="http://schemas.microsoft.com/office/drawing/2014/main" id="{EE8E62BD-65A4-E417-E55E-DF662E879EFB}"/>
              </a:ext>
            </a:extLst>
          </p:cNvPr>
          <p:cNvSpPr/>
          <p:nvPr/>
        </p:nvSpPr>
        <p:spPr>
          <a:xfrm rot="18595629">
            <a:off x="5017416" y="1274719"/>
            <a:ext cx="1227429" cy="589497"/>
          </a:xfrm>
          <a:prstGeom prst="arc">
            <a:avLst>
              <a:gd name="adj1" fmla="val 16200000"/>
              <a:gd name="adj2" fmla="val 77394"/>
            </a:avLst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18946C9-3081-1CE1-3B9F-AF74AC7EC296}"/>
                  </a:ext>
                </a:extLst>
              </p:cNvPr>
              <p:cNvSpPr txBox="1"/>
              <p:nvPr/>
            </p:nvSpPr>
            <p:spPr>
              <a:xfrm>
                <a:off x="5605642" y="881152"/>
                <a:ext cx="1830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18946C9-3081-1CE1-3B9F-AF74AC7EC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642" y="881152"/>
                <a:ext cx="183063" cy="276999"/>
              </a:xfrm>
              <a:prstGeom prst="rect">
                <a:avLst/>
              </a:prstGeom>
              <a:blipFill>
                <a:blip r:embed="rId3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989CC7B-FA24-4126-505A-52405098D638}"/>
                  </a:ext>
                </a:extLst>
              </p:cNvPr>
              <p:cNvSpPr txBox="1"/>
              <p:nvPr/>
            </p:nvSpPr>
            <p:spPr>
              <a:xfrm>
                <a:off x="4331571" y="5192901"/>
                <a:ext cx="1769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989CC7B-FA24-4126-505A-52405098D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571" y="5192901"/>
                <a:ext cx="176908" cy="276999"/>
              </a:xfrm>
              <a:prstGeom prst="rect">
                <a:avLst/>
              </a:prstGeom>
              <a:blipFill>
                <a:blip r:embed="rId4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2E1F21A-4D7D-B13C-1517-628802B7C73B}"/>
                  </a:ext>
                </a:extLst>
              </p:cNvPr>
              <p:cNvSpPr txBox="1"/>
              <p:nvPr/>
            </p:nvSpPr>
            <p:spPr>
              <a:xfrm>
                <a:off x="3657006" y="2407045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2E1F21A-4D7D-B13C-1517-628802B7C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006" y="2407045"/>
                <a:ext cx="180306" cy="276999"/>
              </a:xfrm>
              <a:prstGeom prst="rect">
                <a:avLst/>
              </a:prstGeom>
              <a:blipFill>
                <a:blip r:embed="rId5"/>
                <a:stretch>
                  <a:fillRect l="-34483" r="-3448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48E4C8D-E761-F4E2-2B5A-8E91B2981270}"/>
                  </a:ext>
                </a:extLst>
              </p:cNvPr>
              <p:cNvSpPr txBox="1"/>
              <p:nvPr/>
            </p:nvSpPr>
            <p:spPr>
              <a:xfrm>
                <a:off x="6088380" y="166095"/>
                <a:ext cx="1626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48E4C8D-E761-F4E2-2B5A-8E91B2981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380" y="166095"/>
                <a:ext cx="162672" cy="276999"/>
              </a:xfrm>
              <a:prstGeom prst="rect">
                <a:avLst/>
              </a:prstGeom>
              <a:blipFill>
                <a:blip r:embed="rId6"/>
                <a:stretch>
                  <a:fillRect l="-23077" r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E672387-8EFB-E3E9-5AD4-0C68D373303A}"/>
              </a:ext>
            </a:extLst>
          </p:cNvPr>
          <p:cNvCxnSpPr>
            <a:cxnSpLocks/>
          </p:cNvCxnSpPr>
          <p:nvPr/>
        </p:nvCxnSpPr>
        <p:spPr>
          <a:xfrm>
            <a:off x="4274659" y="3092096"/>
            <a:ext cx="3288191" cy="1919458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B09329A-4C3C-A268-3E07-74B56A360F74}"/>
              </a:ext>
            </a:extLst>
          </p:cNvPr>
          <p:cNvCxnSpPr>
            <a:cxnSpLocks/>
          </p:cNvCxnSpPr>
          <p:nvPr/>
        </p:nvCxnSpPr>
        <p:spPr>
          <a:xfrm flipV="1">
            <a:off x="6069095" y="3267075"/>
            <a:ext cx="1324984" cy="86585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BCCE546-4C40-4139-6C37-CBFC65B0E36C}"/>
              </a:ext>
            </a:extLst>
          </p:cNvPr>
          <p:cNvCxnSpPr>
            <a:cxnSpLocks/>
          </p:cNvCxnSpPr>
          <p:nvPr/>
        </p:nvCxnSpPr>
        <p:spPr>
          <a:xfrm flipH="1">
            <a:off x="3741436" y="4412960"/>
            <a:ext cx="843778" cy="531602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41FC91E-5B9B-75A8-15D5-4EF672D8F140}"/>
                  </a:ext>
                </a:extLst>
              </p:cNvPr>
              <p:cNvSpPr txBox="1"/>
              <p:nvPr/>
            </p:nvSpPr>
            <p:spPr>
              <a:xfrm>
                <a:off x="3651061" y="4627552"/>
                <a:ext cx="1782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41FC91E-5B9B-75A8-15D5-4EF672D8F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061" y="4627552"/>
                <a:ext cx="178254" cy="276999"/>
              </a:xfrm>
              <a:prstGeom prst="rect">
                <a:avLst/>
              </a:prstGeom>
              <a:blipFill>
                <a:blip r:embed="rId7"/>
                <a:stretch>
                  <a:fillRect l="-20690" r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ircular Arrow - Free arrows icons">
            <a:extLst>
              <a:ext uri="{FF2B5EF4-FFF2-40B4-BE49-F238E27FC236}">
                <a16:creationId xmlns:a16="http://schemas.microsoft.com/office/drawing/2014/main" id="{9A31266C-B8C1-E941-604D-436B364A2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5927214" y="452449"/>
            <a:ext cx="236475" cy="5391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20247B-CB76-7659-F786-B415465EF258}"/>
                  </a:ext>
                </a:extLst>
              </p:cNvPr>
              <p:cNvSpPr txBox="1"/>
              <p:nvPr/>
            </p:nvSpPr>
            <p:spPr>
              <a:xfrm>
                <a:off x="6305787" y="479066"/>
                <a:ext cx="18896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20247B-CB76-7659-F786-B415465EF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787" y="479066"/>
                <a:ext cx="188962" cy="246221"/>
              </a:xfrm>
              <a:prstGeom prst="rect">
                <a:avLst/>
              </a:prstGeom>
              <a:blipFill>
                <a:blip r:embed="rId9"/>
                <a:stretch>
                  <a:fillRect l="-35484" r="-38710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A6CA8E1E-C540-3915-BD4C-BD526EB5E775}"/>
              </a:ext>
            </a:extLst>
          </p:cNvPr>
          <p:cNvCxnSpPr>
            <a:cxnSpLocks/>
          </p:cNvCxnSpPr>
          <p:nvPr/>
        </p:nvCxnSpPr>
        <p:spPr>
          <a:xfrm>
            <a:off x="7568221" y="5015067"/>
            <a:ext cx="639535" cy="373324"/>
          </a:xfrm>
          <a:prstGeom prst="line">
            <a:avLst/>
          </a:prstGeom>
          <a:ln w="3810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877EB4F6-E10E-0C2D-924E-DDD658BDC549}"/>
              </a:ext>
            </a:extLst>
          </p:cNvPr>
          <p:cNvCxnSpPr>
            <a:cxnSpLocks/>
          </p:cNvCxnSpPr>
          <p:nvPr/>
        </p:nvCxnSpPr>
        <p:spPr>
          <a:xfrm flipV="1">
            <a:off x="7410731" y="2910749"/>
            <a:ext cx="518344" cy="343805"/>
          </a:xfrm>
          <a:prstGeom prst="line">
            <a:avLst/>
          </a:prstGeom>
          <a:ln w="3810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65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59EC-BCB8-73C8-B662-E70AA437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AA7FEDC-837C-7582-B8EA-2EB98A3528F4}"/>
              </a:ext>
            </a:extLst>
          </p:cNvPr>
          <p:cNvGrpSpPr/>
          <p:nvPr/>
        </p:nvGrpSpPr>
        <p:grpSpPr>
          <a:xfrm>
            <a:off x="3733773" y="310239"/>
            <a:ext cx="4724454" cy="5549224"/>
            <a:chOff x="3635775" y="166095"/>
            <a:chExt cx="4724454" cy="55492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0257DC7-97DF-1D8A-F04E-0EF79ED4A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9681" y="1142681"/>
              <a:ext cx="4550548" cy="4572638"/>
            </a:xfrm>
            <a:prstGeom prst="rect">
              <a:avLst/>
            </a:prstGeom>
            <a:effectLst/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32F35E2-361D-79B8-E3E9-A012B5B9FF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2364" y="4132932"/>
              <a:ext cx="1726378" cy="110271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EC0810D-AEF2-6261-44DF-863F087BF0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5775" y="2727757"/>
              <a:ext cx="638884" cy="3659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C06AF3F-3B58-A753-25FC-FDA36D8EBF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49691" y="379897"/>
              <a:ext cx="8006" cy="37711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D48AC62-9392-4191-62B3-7F1B04135D50}"/>
                </a:ext>
              </a:extLst>
            </p:cNvPr>
            <p:cNvCxnSpPr>
              <a:cxnSpLocks/>
            </p:cNvCxnSpPr>
            <p:nvPr/>
          </p:nvCxnSpPr>
          <p:spPr>
            <a:xfrm>
              <a:off x="5268580" y="821930"/>
              <a:ext cx="782570" cy="3320401"/>
            </a:xfrm>
            <a:prstGeom prst="line">
              <a:avLst/>
            </a:prstGeom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4EA2D99-3236-A0FC-2AFA-92048FC3AB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9011" y="1768492"/>
              <a:ext cx="1636" cy="2733658"/>
            </a:xfrm>
            <a:prstGeom prst="line">
              <a:avLst/>
            </a:prstGeom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437796-FFB5-F2E6-118D-FE35120139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011" y="1452073"/>
              <a:ext cx="553777" cy="329565"/>
            </a:xfrm>
            <a:prstGeom prst="line">
              <a:avLst/>
            </a:prstGeom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86FA6962-02A8-367F-587C-AA22330EC0F0}"/>
                </a:ext>
              </a:extLst>
            </p:cNvPr>
            <p:cNvSpPr/>
            <p:nvPr/>
          </p:nvSpPr>
          <p:spPr>
            <a:xfrm rot="18595629">
              <a:off x="5017416" y="1274719"/>
              <a:ext cx="1227429" cy="589497"/>
            </a:xfrm>
            <a:prstGeom prst="arc">
              <a:avLst>
                <a:gd name="adj1" fmla="val 16200000"/>
                <a:gd name="adj2" fmla="val 77394"/>
              </a:avLst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A5E3E0B-FAF2-4B30-D596-DB6C54572759}"/>
                    </a:ext>
                  </a:extLst>
                </p:cNvPr>
                <p:cNvSpPr txBox="1"/>
                <p:nvPr/>
              </p:nvSpPr>
              <p:spPr>
                <a:xfrm>
                  <a:off x="5605642" y="881152"/>
                  <a:ext cx="1830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A5E3E0B-FAF2-4B30-D596-DB6C54572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5642" y="881152"/>
                  <a:ext cx="183063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3333" r="-2666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C704645-8DDE-55D7-3370-1B460B91922C}"/>
                    </a:ext>
                  </a:extLst>
                </p:cNvPr>
                <p:cNvSpPr txBox="1"/>
                <p:nvPr/>
              </p:nvSpPr>
              <p:spPr>
                <a:xfrm>
                  <a:off x="4331571" y="5192901"/>
                  <a:ext cx="1769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C704645-8DDE-55D7-3370-1B460B9192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1571" y="5192901"/>
                  <a:ext cx="17690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690" r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37AD53D-6CEF-FC97-ADA4-7FB13AA5BFC6}"/>
                    </a:ext>
                  </a:extLst>
                </p:cNvPr>
                <p:cNvSpPr txBox="1"/>
                <p:nvPr/>
              </p:nvSpPr>
              <p:spPr>
                <a:xfrm>
                  <a:off x="3657006" y="2407045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37AD53D-6CEF-FC97-ADA4-7FB13AA5BF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7006" y="2407045"/>
                  <a:ext cx="18030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333" r="-3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0467801-70C6-0C1F-0779-64C407F561FF}"/>
                    </a:ext>
                  </a:extLst>
                </p:cNvPr>
                <p:cNvSpPr txBox="1"/>
                <p:nvPr/>
              </p:nvSpPr>
              <p:spPr>
                <a:xfrm>
                  <a:off x="6088380" y="166095"/>
                  <a:ext cx="1626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0467801-70C6-0C1F-0779-64C407F561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380" y="166095"/>
                  <a:ext cx="16267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2222"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DD6E11F-1BF6-FD76-94B6-1E80D61AE342}"/>
                </a:ext>
              </a:extLst>
            </p:cNvPr>
            <p:cNvCxnSpPr>
              <a:cxnSpLocks/>
            </p:cNvCxnSpPr>
            <p:nvPr/>
          </p:nvCxnSpPr>
          <p:spPr>
            <a:xfrm>
              <a:off x="4274659" y="3092096"/>
              <a:ext cx="3288191" cy="1919458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160C9A6-AEF7-23C3-E13D-0E866D47B8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9095" y="3267075"/>
              <a:ext cx="1324984" cy="865857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43811C5-22EB-707A-1069-5B0B754CC1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1436" y="4412960"/>
              <a:ext cx="843778" cy="531602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F4DF31F-D176-B378-B76F-73190A3CAE44}"/>
                    </a:ext>
                  </a:extLst>
                </p:cNvPr>
                <p:cNvSpPr txBox="1"/>
                <p:nvPr/>
              </p:nvSpPr>
              <p:spPr>
                <a:xfrm>
                  <a:off x="3651061" y="4627552"/>
                  <a:ext cx="17825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F4DF31F-D176-B378-B76F-73190A3CAE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1061" y="4627552"/>
                  <a:ext cx="17825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0690" r="-206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26" name="Picture 2" descr="Circular Arrow - Free arrows icons">
              <a:extLst>
                <a:ext uri="{FF2B5EF4-FFF2-40B4-BE49-F238E27FC236}">
                  <a16:creationId xmlns:a16="http://schemas.microsoft.com/office/drawing/2014/main" id="{42222281-C97A-6135-5ACA-0D9DAD6BC9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V="1">
              <a:off x="5927214" y="452449"/>
              <a:ext cx="236475" cy="539105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5F70CC17-4171-DD52-8F1E-8AC855A15215}"/>
                    </a:ext>
                  </a:extLst>
                </p:cNvPr>
                <p:cNvSpPr txBox="1"/>
                <p:nvPr/>
              </p:nvSpPr>
              <p:spPr>
                <a:xfrm>
                  <a:off x="6305787" y="479066"/>
                  <a:ext cx="18896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5F70CC17-4171-DD52-8F1E-8AC855A152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5787" y="479066"/>
                  <a:ext cx="188962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35484" r="-38710" b="-3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F2157111-72AC-9356-45F2-2CC139124C5E}"/>
                </a:ext>
              </a:extLst>
            </p:cNvPr>
            <p:cNvCxnSpPr>
              <a:cxnSpLocks/>
            </p:cNvCxnSpPr>
            <p:nvPr/>
          </p:nvCxnSpPr>
          <p:spPr>
            <a:xfrm>
              <a:off x="7568221" y="5015067"/>
              <a:ext cx="639535" cy="373324"/>
            </a:xfrm>
            <a:prstGeom prst="line">
              <a:avLst/>
            </a:prstGeom>
            <a:ln w="38100"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8C53C4A0-AD5D-C738-4E9B-9CD41564E0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0731" y="2910749"/>
              <a:ext cx="518344" cy="343805"/>
            </a:xfrm>
            <a:prstGeom prst="line">
              <a:avLst/>
            </a:prstGeom>
            <a:ln w="38100"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7697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90AB5-5AC2-D52C-A16A-0D61C9A5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AAB971-E9C1-D7C1-9F97-6B7A5BE7545F}"/>
              </a:ext>
            </a:extLst>
          </p:cNvPr>
          <p:cNvGrpSpPr/>
          <p:nvPr/>
        </p:nvGrpSpPr>
        <p:grpSpPr>
          <a:xfrm>
            <a:off x="3733773" y="298185"/>
            <a:ext cx="4724454" cy="5549224"/>
            <a:chOff x="3635775" y="166095"/>
            <a:chExt cx="4724454" cy="55492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E06CAA6-0537-21AF-C67E-EEE260AE3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9681" y="1142681"/>
              <a:ext cx="4550548" cy="4572638"/>
            </a:xfrm>
            <a:prstGeom prst="rect">
              <a:avLst/>
            </a:prstGeom>
            <a:effectLst/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72C7973-E240-9B27-1E29-2F62B650E0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2364" y="4132932"/>
              <a:ext cx="1726378" cy="110271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82D965F-2902-46E5-FD1B-FBC50F5C15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5775" y="2727757"/>
              <a:ext cx="638884" cy="3659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DB3662D-5368-B3C7-2533-3700064785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49691" y="379897"/>
              <a:ext cx="8006" cy="37711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F7405D-C3BC-2597-7B41-8152D2B1AA96}"/>
                </a:ext>
              </a:extLst>
            </p:cNvPr>
            <p:cNvCxnSpPr>
              <a:cxnSpLocks/>
            </p:cNvCxnSpPr>
            <p:nvPr/>
          </p:nvCxnSpPr>
          <p:spPr>
            <a:xfrm>
              <a:off x="5268580" y="821930"/>
              <a:ext cx="782570" cy="3320401"/>
            </a:xfrm>
            <a:prstGeom prst="line">
              <a:avLst/>
            </a:prstGeom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0C90E84-0B36-4A8E-6BFC-9695734DE5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9011" y="1768492"/>
              <a:ext cx="1636" cy="2733658"/>
            </a:xfrm>
            <a:prstGeom prst="line">
              <a:avLst/>
            </a:prstGeom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840380D-9256-EA91-A7CD-519EC5C446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011" y="1452073"/>
              <a:ext cx="553777" cy="329565"/>
            </a:xfrm>
            <a:prstGeom prst="line">
              <a:avLst/>
            </a:prstGeom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0BF20B46-968D-2B12-C1DE-52A95318143D}"/>
                </a:ext>
              </a:extLst>
            </p:cNvPr>
            <p:cNvSpPr/>
            <p:nvPr/>
          </p:nvSpPr>
          <p:spPr>
            <a:xfrm rot="18595629">
              <a:off x="5017416" y="1274719"/>
              <a:ext cx="1227429" cy="589497"/>
            </a:xfrm>
            <a:prstGeom prst="arc">
              <a:avLst>
                <a:gd name="adj1" fmla="val 16200000"/>
                <a:gd name="adj2" fmla="val 77394"/>
              </a:avLst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D73DE641-3C29-9F7A-2351-5D9AAF0ECD2A}"/>
                    </a:ext>
                  </a:extLst>
                </p:cNvPr>
                <p:cNvSpPr txBox="1"/>
                <p:nvPr/>
              </p:nvSpPr>
              <p:spPr>
                <a:xfrm>
                  <a:off x="5605642" y="881152"/>
                  <a:ext cx="1830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D73DE641-3C29-9F7A-2351-5D9AAF0EC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5642" y="881152"/>
                  <a:ext cx="183063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3333" r="-2666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2B30419-04E5-892C-E7C8-CD9BE748F53A}"/>
                    </a:ext>
                  </a:extLst>
                </p:cNvPr>
                <p:cNvSpPr txBox="1"/>
                <p:nvPr/>
              </p:nvSpPr>
              <p:spPr>
                <a:xfrm>
                  <a:off x="4331571" y="5192901"/>
                  <a:ext cx="1769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2B30419-04E5-892C-E7C8-CD9BE748F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1571" y="5192901"/>
                  <a:ext cx="17690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690" r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349BDD3-5D08-35F4-E943-1DFC2B5EC8F5}"/>
                    </a:ext>
                  </a:extLst>
                </p:cNvPr>
                <p:cNvSpPr txBox="1"/>
                <p:nvPr/>
              </p:nvSpPr>
              <p:spPr>
                <a:xfrm>
                  <a:off x="3657006" y="2407045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349BDD3-5D08-35F4-E943-1DFC2B5EC8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7006" y="2407045"/>
                  <a:ext cx="18030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333" r="-3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9CA260E-45DF-367F-3CB9-3ED82F294133}"/>
                    </a:ext>
                  </a:extLst>
                </p:cNvPr>
                <p:cNvSpPr txBox="1"/>
                <p:nvPr/>
              </p:nvSpPr>
              <p:spPr>
                <a:xfrm>
                  <a:off x="6088380" y="166095"/>
                  <a:ext cx="1626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9CA260E-45DF-367F-3CB9-3ED82F294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380" y="166095"/>
                  <a:ext cx="16267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3077" r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2EED8C0-B99E-C0F9-2832-766E18B8C69F}"/>
                </a:ext>
              </a:extLst>
            </p:cNvPr>
            <p:cNvCxnSpPr>
              <a:cxnSpLocks/>
            </p:cNvCxnSpPr>
            <p:nvPr/>
          </p:nvCxnSpPr>
          <p:spPr>
            <a:xfrm>
              <a:off x="4274659" y="3092096"/>
              <a:ext cx="3288191" cy="1919458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C8A12EC-0636-B7B3-37E5-415428EB0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9095" y="3267075"/>
              <a:ext cx="1324984" cy="865857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1537AEE-1747-DB81-948A-771DB9F2D4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1436" y="4412960"/>
              <a:ext cx="843778" cy="531602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12FAF83-8AFA-3BAC-ADCE-3C35D2B75ED2}"/>
                    </a:ext>
                  </a:extLst>
                </p:cNvPr>
                <p:cNvSpPr txBox="1"/>
                <p:nvPr/>
              </p:nvSpPr>
              <p:spPr>
                <a:xfrm>
                  <a:off x="3651061" y="4627552"/>
                  <a:ext cx="17825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12FAF83-8AFA-3BAC-ADCE-3C35D2B75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1061" y="4627552"/>
                  <a:ext cx="17825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0690" r="-206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26" name="Picture 2" descr="Circular Arrow - Free arrows icons">
              <a:extLst>
                <a:ext uri="{FF2B5EF4-FFF2-40B4-BE49-F238E27FC236}">
                  <a16:creationId xmlns:a16="http://schemas.microsoft.com/office/drawing/2014/main" id="{7006DCE8-6415-3BD0-6B2E-E7C7175E25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V="1">
              <a:off x="5927214" y="452449"/>
              <a:ext cx="236475" cy="539105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EBD9BA43-394D-31D6-1FE7-DDD04CC527A3}"/>
                    </a:ext>
                  </a:extLst>
                </p:cNvPr>
                <p:cNvSpPr txBox="1"/>
                <p:nvPr/>
              </p:nvSpPr>
              <p:spPr>
                <a:xfrm>
                  <a:off x="6305787" y="479066"/>
                  <a:ext cx="18896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EBD9BA43-394D-31D6-1FE7-DDD04CC52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5787" y="479066"/>
                  <a:ext cx="188962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35484" r="-38710" b="-3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89C68C22-35AD-03A3-C152-DAD49A77B0DF}"/>
                </a:ext>
              </a:extLst>
            </p:cNvPr>
            <p:cNvCxnSpPr>
              <a:cxnSpLocks/>
            </p:cNvCxnSpPr>
            <p:nvPr/>
          </p:nvCxnSpPr>
          <p:spPr>
            <a:xfrm>
              <a:off x="7568221" y="5015067"/>
              <a:ext cx="639535" cy="373324"/>
            </a:xfrm>
            <a:prstGeom prst="line">
              <a:avLst/>
            </a:prstGeom>
            <a:ln w="38100"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4807AB5F-95A1-829B-886C-6092C81DA0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0731" y="2910749"/>
              <a:ext cx="518344" cy="343805"/>
            </a:xfrm>
            <a:prstGeom prst="line">
              <a:avLst/>
            </a:prstGeom>
            <a:ln w="38100"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8751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C6602-687F-699D-24C2-726271744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ized robot with wheels&#10;&#10;AI-generated content may be incorrect.">
            <a:extLst>
              <a:ext uri="{FF2B5EF4-FFF2-40B4-BE49-F238E27FC236}">
                <a16:creationId xmlns:a16="http://schemas.microsoft.com/office/drawing/2014/main" id="{5138E322-AF5E-1256-628C-90FF3623D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1430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3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25AE4-4F7D-367E-A31C-FCFA0E126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3CB721-CAC5-0530-A4DB-AE286349F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559" y="1428497"/>
            <a:ext cx="4572638" cy="457263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58EBC7-51DB-403C-E409-DCAB592F5CA7}"/>
              </a:ext>
            </a:extLst>
          </p:cNvPr>
          <p:cNvCxnSpPr>
            <a:cxnSpLocks/>
          </p:cNvCxnSpPr>
          <p:nvPr/>
        </p:nvCxnSpPr>
        <p:spPr>
          <a:xfrm flipH="1">
            <a:off x="4585214" y="4132932"/>
            <a:ext cx="1483528" cy="105360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7246EB-1398-1DE3-F1B6-645AB0946EC0}"/>
              </a:ext>
            </a:extLst>
          </p:cNvPr>
          <p:cNvCxnSpPr>
            <a:cxnSpLocks/>
          </p:cNvCxnSpPr>
          <p:nvPr/>
        </p:nvCxnSpPr>
        <p:spPr>
          <a:xfrm flipH="1" flipV="1">
            <a:off x="3900674" y="3044323"/>
            <a:ext cx="704704" cy="3813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AC900A-68C0-F952-063D-B1E562EA614E}"/>
              </a:ext>
            </a:extLst>
          </p:cNvPr>
          <p:cNvCxnSpPr>
            <a:cxnSpLocks/>
          </p:cNvCxnSpPr>
          <p:nvPr/>
        </p:nvCxnSpPr>
        <p:spPr>
          <a:xfrm flipH="1" flipV="1">
            <a:off x="5992541" y="398947"/>
            <a:ext cx="8006" cy="377111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EDCE8B5-CB9A-B4CF-04A5-BD70F91D5F83}"/>
              </a:ext>
            </a:extLst>
          </p:cNvPr>
          <p:cNvCxnSpPr>
            <a:cxnSpLocks/>
          </p:cNvCxnSpPr>
          <p:nvPr/>
        </p:nvCxnSpPr>
        <p:spPr>
          <a:xfrm>
            <a:off x="5211430" y="840980"/>
            <a:ext cx="792725" cy="3344305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37DFFC5-E6C7-4677-6CDA-32296D1328D3}"/>
              </a:ext>
            </a:extLst>
          </p:cNvPr>
          <p:cNvCxnSpPr>
            <a:cxnSpLocks/>
          </p:cNvCxnSpPr>
          <p:nvPr/>
        </p:nvCxnSpPr>
        <p:spPr>
          <a:xfrm>
            <a:off x="5443497" y="1800688"/>
            <a:ext cx="0" cy="2782742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EF1D792-4B51-0BE5-7540-1C5319CFBC2B}"/>
              </a:ext>
            </a:extLst>
          </p:cNvPr>
          <p:cNvCxnSpPr>
            <a:cxnSpLocks/>
          </p:cNvCxnSpPr>
          <p:nvPr/>
        </p:nvCxnSpPr>
        <p:spPr>
          <a:xfrm flipV="1">
            <a:off x="5441861" y="1471123"/>
            <a:ext cx="553777" cy="329565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rc 53">
            <a:extLst>
              <a:ext uri="{FF2B5EF4-FFF2-40B4-BE49-F238E27FC236}">
                <a16:creationId xmlns:a16="http://schemas.microsoft.com/office/drawing/2014/main" id="{9BBD4DC0-090E-3FEA-EF0F-49158010AC18}"/>
              </a:ext>
            </a:extLst>
          </p:cNvPr>
          <p:cNvSpPr/>
          <p:nvPr/>
        </p:nvSpPr>
        <p:spPr>
          <a:xfrm rot="18595629">
            <a:off x="4960266" y="1293769"/>
            <a:ext cx="1227429" cy="589497"/>
          </a:xfrm>
          <a:prstGeom prst="arc">
            <a:avLst>
              <a:gd name="adj1" fmla="val 16200000"/>
              <a:gd name="adj2" fmla="val 77394"/>
            </a:avLst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10E29BB-7C25-D6EA-B01B-D99D67DAFE7B}"/>
                  </a:ext>
                </a:extLst>
              </p:cNvPr>
              <p:cNvSpPr txBox="1"/>
              <p:nvPr/>
            </p:nvSpPr>
            <p:spPr>
              <a:xfrm>
                <a:off x="5548492" y="900202"/>
                <a:ext cx="1830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4F6D86E-3C11-6E68-5734-50152AA74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492" y="900202"/>
                <a:ext cx="183063" cy="276999"/>
              </a:xfrm>
              <a:prstGeom prst="rect">
                <a:avLst/>
              </a:prstGeom>
              <a:blipFill>
                <a:blip r:embed="rId3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94F2AC3-66E3-79F5-8B08-04A8B3C34C93}"/>
                  </a:ext>
                </a:extLst>
              </p:cNvPr>
              <p:cNvSpPr txBox="1"/>
              <p:nvPr/>
            </p:nvSpPr>
            <p:spPr>
              <a:xfrm>
                <a:off x="4552126" y="5151396"/>
                <a:ext cx="1769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CA2D384-24A5-2AF5-5A08-51C765D3C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126" y="5151396"/>
                <a:ext cx="176908" cy="276999"/>
              </a:xfrm>
              <a:prstGeom prst="rect">
                <a:avLst/>
              </a:prstGeom>
              <a:blipFill>
                <a:blip r:embed="rId4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9169DF5-17DB-5852-9B57-691BAD8EA1C3}"/>
                  </a:ext>
                </a:extLst>
              </p:cNvPr>
              <p:cNvSpPr txBox="1"/>
              <p:nvPr/>
            </p:nvSpPr>
            <p:spPr>
              <a:xfrm>
                <a:off x="3890542" y="2737679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75D9BCA-1A1B-9A54-1E16-4B2F22F59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542" y="2737679"/>
                <a:ext cx="180306" cy="276999"/>
              </a:xfrm>
              <a:prstGeom prst="rect">
                <a:avLst/>
              </a:prstGeom>
              <a:blipFill>
                <a:blip r:embed="rId5"/>
                <a:stretch>
                  <a:fillRect l="-33333" r="-3000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78E1AD8-AE1B-3D31-91B6-4CDD963885CD}"/>
                  </a:ext>
                </a:extLst>
              </p:cNvPr>
              <p:cNvSpPr txBox="1"/>
              <p:nvPr/>
            </p:nvSpPr>
            <p:spPr>
              <a:xfrm>
                <a:off x="6031230" y="185145"/>
                <a:ext cx="1626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16CEC7C-FC5F-3CE8-E3BC-896A48D2B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230" y="185145"/>
                <a:ext cx="162672" cy="276999"/>
              </a:xfrm>
              <a:prstGeom prst="rect">
                <a:avLst/>
              </a:prstGeom>
              <a:blipFill>
                <a:blip r:embed="rId6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1AF7026-8EFB-570B-CF31-837B20492530}"/>
              </a:ext>
            </a:extLst>
          </p:cNvPr>
          <p:cNvCxnSpPr>
            <a:cxnSpLocks/>
          </p:cNvCxnSpPr>
          <p:nvPr/>
        </p:nvCxnSpPr>
        <p:spPr>
          <a:xfrm>
            <a:off x="4640580" y="3444275"/>
            <a:ext cx="2922270" cy="1574899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F117102-74D1-6D94-83E3-C2FF51909FCB}"/>
              </a:ext>
            </a:extLst>
          </p:cNvPr>
          <p:cNvCxnSpPr>
            <a:cxnSpLocks/>
          </p:cNvCxnSpPr>
          <p:nvPr/>
        </p:nvCxnSpPr>
        <p:spPr>
          <a:xfrm flipV="1">
            <a:off x="6069095" y="3254554"/>
            <a:ext cx="1261345" cy="878378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9CF9A09-577F-94F7-6EEC-D7BE508DA73F}"/>
              </a:ext>
            </a:extLst>
          </p:cNvPr>
          <p:cNvCxnSpPr>
            <a:cxnSpLocks/>
          </p:cNvCxnSpPr>
          <p:nvPr/>
        </p:nvCxnSpPr>
        <p:spPr>
          <a:xfrm flipH="1">
            <a:off x="4106648" y="4531936"/>
            <a:ext cx="755604" cy="531602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8C1C503-9ACA-BDCA-2B58-6FBD889839CA}"/>
                  </a:ext>
                </a:extLst>
              </p:cNvPr>
              <p:cNvSpPr txBox="1"/>
              <p:nvPr/>
            </p:nvSpPr>
            <p:spPr>
              <a:xfrm>
                <a:off x="3973434" y="4792882"/>
                <a:ext cx="1782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734A2B9-B006-FA09-4981-C57AA55EE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434" y="4792882"/>
                <a:ext cx="178254" cy="276999"/>
              </a:xfrm>
              <a:prstGeom prst="rect">
                <a:avLst/>
              </a:prstGeom>
              <a:blipFill>
                <a:blip r:embed="rId7"/>
                <a:stretch>
                  <a:fillRect l="-20690" r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ircular Arrow - Free arrows icons">
            <a:extLst>
              <a:ext uri="{FF2B5EF4-FFF2-40B4-BE49-F238E27FC236}">
                <a16:creationId xmlns:a16="http://schemas.microsoft.com/office/drawing/2014/main" id="{2F4C647B-2D42-80BD-01AD-52935182C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5870064" y="471499"/>
            <a:ext cx="236475" cy="5391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93F0517-1711-5166-F81C-99520AE440BD}"/>
                  </a:ext>
                </a:extLst>
              </p:cNvPr>
              <p:cNvSpPr txBox="1"/>
              <p:nvPr/>
            </p:nvSpPr>
            <p:spPr>
              <a:xfrm>
                <a:off x="6248637" y="498116"/>
                <a:ext cx="18896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164A5DC-2877-8913-A8CB-0AA3A74A0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637" y="498116"/>
                <a:ext cx="188962" cy="246221"/>
              </a:xfrm>
              <a:prstGeom prst="rect">
                <a:avLst/>
              </a:prstGeom>
              <a:blipFill>
                <a:blip r:embed="rId9"/>
                <a:stretch>
                  <a:fillRect l="-35484" r="-38710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48E02789-A929-0CF6-409C-C2A82391115E}"/>
              </a:ext>
            </a:extLst>
          </p:cNvPr>
          <p:cNvCxnSpPr>
            <a:cxnSpLocks/>
          </p:cNvCxnSpPr>
          <p:nvPr/>
        </p:nvCxnSpPr>
        <p:spPr>
          <a:xfrm>
            <a:off x="7648490" y="5063538"/>
            <a:ext cx="931630" cy="500185"/>
          </a:xfrm>
          <a:prstGeom prst="line">
            <a:avLst/>
          </a:prstGeom>
          <a:ln w="3810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AE5B7594-4109-15C8-13EC-22515E2A4F6A}"/>
              </a:ext>
            </a:extLst>
          </p:cNvPr>
          <p:cNvCxnSpPr>
            <a:cxnSpLocks/>
          </p:cNvCxnSpPr>
          <p:nvPr/>
        </p:nvCxnSpPr>
        <p:spPr>
          <a:xfrm flipV="1">
            <a:off x="7286354" y="2922376"/>
            <a:ext cx="518702" cy="361886"/>
          </a:xfrm>
          <a:prstGeom prst="line">
            <a:avLst/>
          </a:prstGeom>
          <a:ln w="3810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499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1477D-5333-7F1C-580C-F08C1E969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56303FF-3A05-32F9-E7A2-1BB33BA2B30C}"/>
              </a:ext>
            </a:extLst>
          </p:cNvPr>
          <p:cNvGrpSpPr/>
          <p:nvPr/>
        </p:nvGrpSpPr>
        <p:grpSpPr>
          <a:xfrm>
            <a:off x="3890542" y="185145"/>
            <a:ext cx="4723655" cy="5815990"/>
            <a:chOff x="3890542" y="185145"/>
            <a:chExt cx="4723655" cy="581599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48519B5-B63A-5F1C-A159-8C51FE58B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1559" y="1428497"/>
              <a:ext cx="4572638" cy="4572638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313A4F2-58DD-C148-260B-C90620888F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5214" y="4132932"/>
              <a:ext cx="1483528" cy="10536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1D81CD0-26A0-BADA-9718-B221D9B5A6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00674" y="3044323"/>
              <a:ext cx="704704" cy="38136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1C06BB-AD28-91B0-C82A-22147CEB9B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2541" y="398947"/>
              <a:ext cx="8006" cy="37711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EBBFD0B-814D-6B49-3E5B-3EEEAB07A6F2}"/>
                </a:ext>
              </a:extLst>
            </p:cNvPr>
            <p:cNvCxnSpPr>
              <a:cxnSpLocks/>
            </p:cNvCxnSpPr>
            <p:nvPr/>
          </p:nvCxnSpPr>
          <p:spPr>
            <a:xfrm>
              <a:off x="5211430" y="840980"/>
              <a:ext cx="792725" cy="3344305"/>
            </a:xfrm>
            <a:prstGeom prst="line">
              <a:avLst/>
            </a:prstGeom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A453AFE-EECD-673D-7BA5-F8230431D450}"/>
                </a:ext>
              </a:extLst>
            </p:cNvPr>
            <p:cNvCxnSpPr>
              <a:cxnSpLocks/>
            </p:cNvCxnSpPr>
            <p:nvPr/>
          </p:nvCxnSpPr>
          <p:spPr>
            <a:xfrm>
              <a:off x="5443497" y="1800688"/>
              <a:ext cx="0" cy="2782742"/>
            </a:xfrm>
            <a:prstGeom prst="line">
              <a:avLst/>
            </a:prstGeom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12F4ACF-176E-8C0A-4EE5-33DC56E69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1861" y="1471123"/>
              <a:ext cx="553777" cy="329565"/>
            </a:xfrm>
            <a:prstGeom prst="line">
              <a:avLst/>
            </a:prstGeom>
            <a:ln>
              <a:solidFill>
                <a:srgbClr val="FF0000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F5A9A0E1-C72F-6009-5ABA-175DBD384ABB}"/>
                </a:ext>
              </a:extLst>
            </p:cNvPr>
            <p:cNvSpPr/>
            <p:nvPr/>
          </p:nvSpPr>
          <p:spPr>
            <a:xfrm rot="18595629">
              <a:off x="4960266" y="1293769"/>
              <a:ext cx="1227429" cy="589497"/>
            </a:xfrm>
            <a:prstGeom prst="arc">
              <a:avLst>
                <a:gd name="adj1" fmla="val 16200000"/>
                <a:gd name="adj2" fmla="val 77394"/>
              </a:avLst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9A9C58C-5EE8-788D-74EE-B90E70E5FDF9}"/>
                    </a:ext>
                  </a:extLst>
                </p:cNvPr>
                <p:cNvSpPr txBox="1"/>
                <p:nvPr/>
              </p:nvSpPr>
              <p:spPr>
                <a:xfrm>
                  <a:off x="5548492" y="900202"/>
                  <a:ext cx="1830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9A9C58C-5EE8-788D-74EE-B90E70E5FD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8492" y="900202"/>
                  <a:ext cx="183063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0000" r="-30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BCC6FC7-A10C-F060-5407-CA06263EFB16}"/>
                    </a:ext>
                  </a:extLst>
                </p:cNvPr>
                <p:cNvSpPr txBox="1"/>
                <p:nvPr/>
              </p:nvSpPr>
              <p:spPr>
                <a:xfrm>
                  <a:off x="4552126" y="5151396"/>
                  <a:ext cx="1769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BCC6FC7-A10C-F060-5407-CA06263EFB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2126" y="5151396"/>
                  <a:ext cx="17690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690" r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1A787453-CA0B-7174-A4C8-93688A2657C1}"/>
                    </a:ext>
                  </a:extLst>
                </p:cNvPr>
                <p:cNvSpPr txBox="1"/>
                <p:nvPr/>
              </p:nvSpPr>
              <p:spPr>
                <a:xfrm>
                  <a:off x="3890542" y="2737679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1A787453-CA0B-7174-A4C8-93688A265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0542" y="2737679"/>
                  <a:ext cx="18030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333" r="-30000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695FA12-2EC8-3A5E-6991-E0FECFDDF933}"/>
                    </a:ext>
                  </a:extLst>
                </p:cNvPr>
                <p:cNvSpPr txBox="1"/>
                <p:nvPr/>
              </p:nvSpPr>
              <p:spPr>
                <a:xfrm>
                  <a:off x="6031230" y="185145"/>
                  <a:ext cx="1626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695FA12-2EC8-3A5E-6991-E0FECFDDF9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1230" y="185145"/>
                  <a:ext cx="16267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2222"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795ACF6-FFDA-DE56-D04D-2498520F5FFC}"/>
                </a:ext>
              </a:extLst>
            </p:cNvPr>
            <p:cNvCxnSpPr>
              <a:cxnSpLocks/>
            </p:cNvCxnSpPr>
            <p:nvPr/>
          </p:nvCxnSpPr>
          <p:spPr>
            <a:xfrm>
              <a:off x="4640580" y="3444275"/>
              <a:ext cx="2922270" cy="1574899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E0C2283-F3C1-4660-CF05-429D0AE382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9095" y="3254554"/>
              <a:ext cx="1261345" cy="878378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45AB8B26-D196-6476-4671-B2C3892295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6648" y="4531936"/>
              <a:ext cx="755604" cy="531602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BDE16A96-F19A-1C6C-9ABD-EACBEAAE1B03}"/>
                    </a:ext>
                  </a:extLst>
                </p:cNvPr>
                <p:cNvSpPr txBox="1"/>
                <p:nvPr/>
              </p:nvSpPr>
              <p:spPr>
                <a:xfrm>
                  <a:off x="3973434" y="4792882"/>
                  <a:ext cx="17825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BDE16A96-F19A-1C6C-9ABD-EACBEAAE1B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3434" y="4792882"/>
                  <a:ext cx="17825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0690" r="-206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26" name="Picture 2" descr="Circular Arrow - Free arrows icons">
              <a:extLst>
                <a:ext uri="{FF2B5EF4-FFF2-40B4-BE49-F238E27FC236}">
                  <a16:creationId xmlns:a16="http://schemas.microsoft.com/office/drawing/2014/main" id="{66638B7F-83F8-FACC-2C89-E4538B5494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V="1">
              <a:off x="5870064" y="471499"/>
              <a:ext cx="236475" cy="539105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45CD5B00-17EB-6687-2ECA-0515E97A8640}"/>
                    </a:ext>
                  </a:extLst>
                </p:cNvPr>
                <p:cNvSpPr txBox="1"/>
                <p:nvPr/>
              </p:nvSpPr>
              <p:spPr>
                <a:xfrm>
                  <a:off x="6248637" y="498116"/>
                  <a:ext cx="18896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45CD5B00-17EB-6687-2ECA-0515E97A8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637" y="498116"/>
                  <a:ext cx="188962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35484" r="-38710" b="-3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05F5A547-1EAF-B624-A59B-86BFD7204DD1}"/>
                </a:ext>
              </a:extLst>
            </p:cNvPr>
            <p:cNvCxnSpPr>
              <a:cxnSpLocks/>
            </p:cNvCxnSpPr>
            <p:nvPr/>
          </p:nvCxnSpPr>
          <p:spPr>
            <a:xfrm>
              <a:off x="7648490" y="5063538"/>
              <a:ext cx="931630" cy="500185"/>
            </a:xfrm>
            <a:prstGeom prst="line">
              <a:avLst/>
            </a:prstGeom>
            <a:ln w="38100"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B6B890F7-14FE-6B52-F754-54EC92389D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6354" y="2922376"/>
              <a:ext cx="518702" cy="361886"/>
            </a:xfrm>
            <a:prstGeom prst="line">
              <a:avLst/>
            </a:prstGeom>
            <a:ln w="38100"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0156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30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 Quy Duong 20212736</dc:creator>
  <cp:lastModifiedBy>Do Quy Duong 20212736</cp:lastModifiedBy>
  <cp:revision>5</cp:revision>
  <dcterms:created xsi:type="dcterms:W3CDTF">2025-04-24T03:34:26Z</dcterms:created>
  <dcterms:modified xsi:type="dcterms:W3CDTF">2025-04-26T02:30:23Z</dcterms:modified>
</cp:coreProperties>
</file>